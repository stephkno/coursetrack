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Old Standard TT"/>
      <p:regular r:id="rId13"/>
      <p:bold r:id="rId14"/>
      <p: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ldStandardTT-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italic.fntdata"/><Relationship Id="rId14" Type="http://schemas.openxmlformats.org/officeDocument/2006/relationships/font" Target="fonts/OldStandardT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7f9c43fe3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7f9c43fe3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f9c43fe3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f9c43fe3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f9c43fe3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f9c43fe3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d28dc81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d28dc81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e6f59d694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e6f59d694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f9c43fe35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f9c43fe35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CourseTrack</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College Course Enrollment 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College Enrollment System</a:t>
            </a:r>
            <a:endParaRPr/>
          </a:p>
        </p:txBody>
      </p:sp>
      <p:sp>
        <p:nvSpPr>
          <p:cNvPr id="66" name="Google Shape;66;p14"/>
          <p:cNvSpPr txBox="1"/>
          <p:nvPr>
            <p:ph idx="1" type="body"/>
          </p:nvPr>
        </p:nvSpPr>
        <p:spPr>
          <a:xfrm>
            <a:off x="311700" y="1171600"/>
            <a:ext cx="5783400" cy="3397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project is a Java-based college course enrollment system that follows a client-server architecture. </a:t>
            </a:r>
            <a:endParaRPr/>
          </a:p>
          <a:p>
            <a:pPr indent="0" lvl="0" marL="0" rtl="0" algn="l">
              <a:spcBef>
                <a:spcPts val="1200"/>
              </a:spcBef>
              <a:spcAft>
                <a:spcPts val="0"/>
              </a:spcAft>
              <a:buNone/>
            </a:pPr>
            <a:r>
              <a:rPr lang="en"/>
              <a:t>This tool allows administrators to create and manage the course catalog, maintain class schedules, and update course information as needed. Students can log in to browse available classes, search for specific courses, enroll or drop classes, and view their schedules. </a:t>
            </a:r>
            <a:endParaRPr/>
          </a:p>
          <a:p>
            <a:pPr indent="0" lvl="0" marL="0" rtl="0" algn="l">
              <a:spcBef>
                <a:spcPts val="1200"/>
              </a:spcBef>
              <a:spcAft>
                <a:spcPts val="1200"/>
              </a:spcAft>
              <a:buNone/>
            </a:pPr>
            <a:r>
              <a:rPr lang="en"/>
              <a:t>The system also ensures that prerequisites are met, tracks class capacity, manages waitlists automatically, and provides administrators with reporting features to support decision-making.</a:t>
            </a:r>
            <a:endParaRPr/>
          </a:p>
        </p:txBody>
      </p:sp>
      <p:pic>
        <p:nvPicPr>
          <p:cNvPr id="67" name="Google Shape;67;p14" title="free-computer-icon-956-thumb.png"/>
          <p:cNvPicPr preferRelativeResize="0"/>
          <p:nvPr/>
        </p:nvPicPr>
        <p:blipFill>
          <a:blip r:embed="rId3">
            <a:alphaModFix/>
          </a:blip>
          <a:stretch>
            <a:fillRect/>
          </a:stretch>
        </p:blipFill>
        <p:spPr>
          <a:xfrm>
            <a:off x="6247500" y="1199700"/>
            <a:ext cx="2744100" cy="2744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10 Requirements</a:t>
            </a:r>
            <a:endParaRPr/>
          </a:p>
        </p:txBody>
      </p:sp>
      <p:sp>
        <p:nvSpPr>
          <p:cNvPr id="73" name="Google Shape;73;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Users and Accounts</a:t>
            </a:r>
            <a:endParaRPr/>
          </a:p>
          <a:p>
            <a:pPr indent="-342900" lvl="0" marL="457200" rtl="0" algn="l">
              <a:spcBef>
                <a:spcPts val="0"/>
              </a:spcBef>
              <a:spcAft>
                <a:spcPts val="0"/>
              </a:spcAft>
              <a:buSzPts val="1800"/>
              <a:buChar char="-"/>
            </a:pPr>
            <a:r>
              <a:rPr lang="en"/>
              <a:t>Administrator Functions</a:t>
            </a:r>
            <a:endParaRPr/>
          </a:p>
          <a:p>
            <a:pPr indent="-342900" lvl="0" marL="457200" rtl="0" algn="l">
              <a:spcBef>
                <a:spcPts val="0"/>
              </a:spcBef>
              <a:spcAft>
                <a:spcPts val="0"/>
              </a:spcAft>
              <a:buSzPts val="1800"/>
              <a:buChar char="-"/>
            </a:pPr>
            <a:r>
              <a:rPr lang="en"/>
              <a:t>Student Functions</a:t>
            </a:r>
            <a:endParaRPr/>
          </a:p>
          <a:p>
            <a:pPr indent="-342900" lvl="0" marL="457200" rtl="0" algn="l">
              <a:spcBef>
                <a:spcPts val="0"/>
              </a:spcBef>
              <a:spcAft>
                <a:spcPts val="0"/>
              </a:spcAft>
              <a:buSzPts val="1800"/>
              <a:buChar char="-"/>
            </a:pPr>
            <a:r>
              <a:rPr lang="en"/>
              <a:t>Class Data</a:t>
            </a:r>
            <a:endParaRPr/>
          </a:p>
          <a:p>
            <a:pPr indent="-342900" lvl="0" marL="457200" rtl="0" algn="l">
              <a:spcBef>
                <a:spcPts val="0"/>
              </a:spcBef>
              <a:spcAft>
                <a:spcPts val="0"/>
              </a:spcAft>
              <a:buSzPts val="1800"/>
              <a:buChar char="-"/>
            </a:pPr>
            <a:r>
              <a:rPr lang="en"/>
              <a:t>Student Data</a:t>
            </a:r>
            <a:endParaRPr/>
          </a:p>
          <a:p>
            <a:pPr indent="-342900" lvl="0" marL="457200" rtl="0" algn="l">
              <a:spcBef>
                <a:spcPts val="0"/>
              </a:spcBef>
              <a:spcAft>
                <a:spcPts val="0"/>
              </a:spcAft>
              <a:buSzPts val="1800"/>
              <a:buChar char="-"/>
            </a:pPr>
            <a:r>
              <a:rPr lang="en"/>
              <a:t>Enrollment Validation</a:t>
            </a:r>
            <a:endParaRPr/>
          </a:p>
          <a:p>
            <a:pPr indent="-342900" lvl="0" marL="457200" rtl="0" algn="l">
              <a:spcBef>
                <a:spcPts val="0"/>
              </a:spcBef>
              <a:spcAft>
                <a:spcPts val="0"/>
              </a:spcAft>
              <a:buSzPts val="1800"/>
              <a:buChar char="-"/>
            </a:pPr>
            <a:r>
              <a:rPr lang="en"/>
              <a:t>Waitlisting</a:t>
            </a:r>
            <a:endParaRPr/>
          </a:p>
          <a:p>
            <a:pPr indent="-342900" lvl="0" marL="457200" rtl="0" algn="l">
              <a:spcBef>
                <a:spcPts val="0"/>
              </a:spcBef>
              <a:spcAft>
                <a:spcPts val="0"/>
              </a:spcAft>
              <a:buSzPts val="1800"/>
              <a:buChar char="-"/>
            </a:pPr>
            <a:r>
              <a:rPr lang="en"/>
              <a:t>Reporting: Basic Statistics and Time-Based Analysis</a:t>
            </a:r>
            <a:endParaRPr/>
          </a:p>
          <a:p>
            <a:pPr indent="-342900" lvl="0" marL="457200" rtl="0" algn="l">
              <a:spcBef>
                <a:spcPts val="0"/>
              </a:spcBef>
              <a:spcAft>
                <a:spcPts val="0"/>
              </a:spcAft>
              <a:buSzPts val="1800"/>
              <a:buChar char="-"/>
            </a:pPr>
            <a:r>
              <a:rPr lang="en"/>
              <a:t>User Notifications</a:t>
            </a:r>
            <a:endParaRPr/>
          </a:p>
          <a:p>
            <a:pPr indent="-342900" lvl="0" marL="457200" rtl="0" algn="l">
              <a:spcBef>
                <a:spcPts val="0"/>
              </a:spcBef>
              <a:spcAft>
                <a:spcPts val="0"/>
              </a:spcAft>
              <a:buSzPts val="1800"/>
              <a:buChar char="-"/>
            </a:pPr>
            <a:r>
              <a:rPr lang="en"/>
              <a:t>Data persistence (Course/User Data) on shutdown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5 Classes</a:t>
            </a:r>
            <a:endParaRPr/>
          </a:p>
        </p:txBody>
      </p:sp>
      <p:sp>
        <p:nvSpPr>
          <p:cNvPr id="79" name="Google Shape;79;p16"/>
          <p:cNvSpPr txBox="1"/>
          <p:nvPr>
            <p:ph idx="1" type="body"/>
          </p:nvPr>
        </p:nvSpPr>
        <p:spPr>
          <a:xfrm>
            <a:off x="311700" y="1171600"/>
            <a:ext cx="6522000" cy="3397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Course</a:t>
            </a:r>
            <a:endParaRPr/>
          </a:p>
          <a:p>
            <a:pPr indent="-304165" lvl="1" marL="914400" rtl="0" algn="l">
              <a:spcBef>
                <a:spcPts val="0"/>
              </a:spcBef>
              <a:spcAft>
                <a:spcPts val="0"/>
              </a:spcAft>
              <a:buSzPct val="100000"/>
              <a:buChar char="○"/>
            </a:pPr>
            <a:r>
              <a:rPr lang="en"/>
              <a:t>Stores attributes </a:t>
            </a:r>
            <a:r>
              <a:rPr lang="en"/>
              <a:t>about a specific</a:t>
            </a:r>
            <a:r>
              <a:rPr lang="en"/>
              <a:t> course:</a:t>
            </a:r>
            <a:endParaRPr/>
          </a:p>
          <a:p>
            <a:pPr indent="-304164" lvl="2" marL="1371600" rtl="0" algn="l">
              <a:spcBef>
                <a:spcPts val="0"/>
              </a:spcBef>
              <a:spcAft>
                <a:spcPts val="0"/>
              </a:spcAft>
              <a:buSzPct val="100000"/>
              <a:buChar char="■"/>
            </a:pPr>
            <a:r>
              <a:rPr lang="en"/>
              <a:t>Course name</a:t>
            </a:r>
            <a:endParaRPr/>
          </a:p>
          <a:p>
            <a:pPr indent="-304164" lvl="2" marL="1371600" rtl="0" algn="l">
              <a:spcBef>
                <a:spcPts val="0"/>
              </a:spcBef>
              <a:spcAft>
                <a:spcPts val="0"/>
              </a:spcAft>
              <a:buSzPct val="100000"/>
              <a:buChar char="■"/>
            </a:pPr>
            <a:r>
              <a:rPr lang="en"/>
              <a:t>Course number</a:t>
            </a:r>
            <a:endParaRPr/>
          </a:p>
          <a:p>
            <a:pPr indent="-304164" lvl="2" marL="1371600" rtl="0" algn="l">
              <a:spcBef>
                <a:spcPts val="0"/>
              </a:spcBef>
              <a:spcAft>
                <a:spcPts val="0"/>
              </a:spcAft>
              <a:buSzPct val="100000"/>
              <a:buChar char="■"/>
            </a:pPr>
            <a:r>
              <a:rPr lang="en"/>
              <a:t>Course capacity</a:t>
            </a:r>
            <a:endParaRPr/>
          </a:p>
          <a:p>
            <a:pPr indent="-304164" lvl="2" marL="1371600" rtl="0" algn="l">
              <a:spcBef>
                <a:spcPts val="0"/>
              </a:spcBef>
              <a:spcAft>
                <a:spcPts val="0"/>
              </a:spcAft>
              <a:buSzPct val="100000"/>
              <a:buChar char="■"/>
            </a:pPr>
            <a:r>
              <a:rPr lang="en"/>
              <a:t>Course meet times</a:t>
            </a:r>
            <a:endParaRPr/>
          </a:p>
          <a:p>
            <a:pPr indent="-304164" lvl="2" marL="1371600" rtl="0" algn="l">
              <a:spcBef>
                <a:spcPts val="0"/>
              </a:spcBef>
              <a:spcAft>
                <a:spcPts val="0"/>
              </a:spcAft>
              <a:buSzPct val="100000"/>
              <a:buChar char="■"/>
            </a:pPr>
            <a:r>
              <a:rPr lang="en"/>
              <a:t>Course department</a:t>
            </a:r>
            <a:endParaRPr/>
          </a:p>
          <a:p>
            <a:pPr indent="-304164" lvl="2" marL="1371600" rtl="0" algn="l">
              <a:spcBef>
                <a:spcPts val="0"/>
              </a:spcBef>
              <a:spcAft>
                <a:spcPts val="0"/>
              </a:spcAft>
              <a:buSzPct val="100000"/>
              <a:buChar char="■"/>
            </a:pPr>
            <a:r>
              <a:rPr lang="en"/>
              <a:t>References to all enrolled and waitlisted students</a:t>
            </a:r>
            <a:endParaRPr/>
          </a:p>
          <a:p>
            <a:pPr indent="-304164" lvl="2" marL="1371600" rtl="0" algn="l">
              <a:spcBef>
                <a:spcPts val="0"/>
              </a:spcBef>
              <a:spcAft>
                <a:spcPts val="0"/>
              </a:spcAft>
              <a:buSzPct val="100000"/>
              <a:buChar char="■"/>
            </a:pPr>
            <a:r>
              <a:rPr lang="en"/>
              <a:t>References to prerequisite courses</a:t>
            </a:r>
            <a:endParaRPr/>
          </a:p>
          <a:p>
            <a:pPr indent="-304165" lvl="1" marL="914400" rtl="0" algn="l">
              <a:spcBef>
                <a:spcPts val="0"/>
              </a:spcBef>
              <a:spcAft>
                <a:spcPts val="0"/>
              </a:spcAft>
              <a:buSzPct val="100000"/>
              <a:buChar char="○"/>
            </a:pPr>
            <a:r>
              <a:rPr lang="en"/>
              <a:t>Automatically handles waitlist when a student drops</a:t>
            </a:r>
            <a:endParaRPr/>
          </a:p>
          <a:p>
            <a:pPr indent="-325755" lvl="0" marL="457200" rtl="0" algn="l">
              <a:spcBef>
                <a:spcPts val="0"/>
              </a:spcBef>
              <a:spcAft>
                <a:spcPts val="0"/>
              </a:spcAft>
              <a:buSzPct val="100000"/>
              <a:buChar char="●"/>
            </a:pPr>
            <a:r>
              <a:rPr lang="en"/>
              <a:t>Student</a:t>
            </a:r>
            <a:endParaRPr/>
          </a:p>
          <a:p>
            <a:pPr indent="-304165" lvl="1" marL="914400" rtl="0" algn="l">
              <a:spcBef>
                <a:spcPts val="0"/>
              </a:spcBef>
              <a:spcAft>
                <a:spcPts val="0"/>
              </a:spcAft>
              <a:buSzPct val="100000"/>
              <a:buChar char="○"/>
            </a:pPr>
            <a:r>
              <a:rPr lang="en"/>
              <a:t>Student class derives from base class User</a:t>
            </a:r>
            <a:endParaRPr/>
          </a:p>
          <a:p>
            <a:pPr indent="-304165" lvl="1" marL="914400" rtl="0" algn="l">
              <a:spcBef>
                <a:spcPts val="0"/>
              </a:spcBef>
              <a:spcAft>
                <a:spcPts val="0"/>
              </a:spcAft>
              <a:buSzPct val="100000"/>
              <a:buChar char="○"/>
            </a:pPr>
            <a:r>
              <a:rPr lang="en"/>
              <a:t>Provides functionality for students to enroll in or waitlist courses</a:t>
            </a:r>
            <a:endParaRPr/>
          </a:p>
          <a:p>
            <a:pPr indent="-304165" lvl="1" marL="914400" rtl="0" algn="l">
              <a:spcBef>
                <a:spcPts val="0"/>
              </a:spcBef>
              <a:spcAft>
                <a:spcPts val="0"/>
              </a:spcAft>
              <a:buSzPct val="100000"/>
              <a:buChar char="○"/>
            </a:pPr>
            <a:r>
              <a:rPr lang="en"/>
              <a:t>Student class has references to courses the student has:</a:t>
            </a:r>
            <a:endParaRPr/>
          </a:p>
          <a:p>
            <a:pPr indent="-304164" lvl="2" marL="1371600" rtl="0" algn="l">
              <a:spcBef>
                <a:spcPts val="0"/>
              </a:spcBef>
              <a:spcAft>
                <a:spcPts val="0"/>
              </a:spcAft>
              <a:buSzPct val="100000"/>
              <a:buChar char="■"/>
            </a:pPr>
            <a:r>
              <a:rPr lang="en"/>
              <a:t>Taken</a:t>
            </a:r>
            <a:endParaRPr/>
          </a:p>
          <a:p>
            <a:pPr indent="-304164" lvl="2" marL="1371600" rtl="0" algn="l">
              <a:spcBef>
                <a:spcPts val="0"/>
              </a:spcBef>
              <a:spcAft>
                <a:spcPts val="0"/>
              </a:spcAft>
              <a:buSzPct val="100000"/>
              <a:buChar char="■"/>
            </a:pPr>
            <a:r>
              <a:rPr lang="en"/>
              <a:t>Enrolled in</a:t>
            </a:r>
            <a:endParaRPr/>
          </a:p>
          <a:p>
            <a:pPr indent="-304164" lvl="2" marL="1371600" rtl="0" algn="l">
              <a:spcBef>
                <a:spcPts val="0"/>
              </a:spcBef>
              <a:spcAft>
                <a:spcPts val="0"/>
              </a:spcAft>
              <a:buSzPct val="100000"/>
              <a:buChar char="■"/>
            </a:pPr>
            <a:r>
              <a:rPr lang="en"/>
              <a:t>Waitlisted</a:t>
            </a:r>
            <a:endParaRPr/>
          </a:p>
        </p:txBody>
      </p:sp>
      <p:pic>
        <p:nvPicPr>
          <p:cNvPr id="80" name="Google Shape;80;p16" title="5441065-200.png"/>
          <p:cNvPicPr preferRelativeResize="0"/>
          <p:nvPr/>
        </p:nvPicPr>
        <p:blipFill>
          <a:blip r:embed="rId3">
            <a:alphaModFix/>
          </a:blip>
          <a:stretch>
            <a:fillRect/>
          </a:stretch>
        </p:blipFill>
        <p:spPr>
          <a:xfrm>
            <a:off x="6833775" y="1619250"/>
            <a:ext cx="1905000" cy="1905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Top 5 Classes</a:t>
            </a:r>
            <a:endParaRPr/>
          </a:p>
        </p:txBody>
      </p:sp>
      <p:sp>
        <p:nvSpPr>
          <p:cNvPr id="86" name="Google Shape;86;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Campus</a:t>
            </a:r>
            <a:endParaRPr/>
          </a:p>
          <a:p>
            <a:pPr indent="-317500" lvl="1" marL="914400" rtl="0" algn="l">
              <a:spcBef>
                <a:spcPts val="0"/>
              </a:spcBef>
              <a:spcAft>
                <a:spcPts val="0"/>
              </a:spcAft>
              <a:buSzPts val="1400"/>
              <a:buChar char="○"/>
            </a:pPr>
            <a:r>
              <a:rPr lang="en"/>
              <a:t>Represents a specific location where courses are held</a:t>
            </a:r>
            <a:endParaRPr/>
          </a:p>
          <a:p>
            <a:pPr indent="-317500" lvl="1" marL="914400" rtl="0" algn="l">
              <a:spcBef>
                <a:spcPts val="0"/>
              </a:spcBef>
              <a:spcAft>
                <a:spcPts val="0"/>
              </a:spcAft>
              <a:buSzPts val="1400"/>
              <a:buChar char="○"/>
            </a:pPr>
            <a:r>
              <a:rPr lang="en"/>
              <a:t>Students can belong to one or more campuses</a:t>
            </a:r>
            <a:endParaRPr/>
          </a:p>
          <a:p>
            <a:pPr indent="-317500" lvl="1" marL="914400" rtl="0" algn="l">
              <a:spcBef>
                <a:spcPts val="0"/>
              </a:spcBef>
              <a:spcAft>
                <a:spcPts val="0"/>
              </a:spcAft>
              <a:buSzPts val="1400"/>
              <a:buChar char="○"/>
            </a:pPr>
            <a:r>
              <a:rPr lang="en"/>
              <a:t>Has ownership of one or more departments</a:t>
            </a:r>
            <a:endParaRPr/>
          </a:p>
          <a:p>
            <a:pPr indent="-342900" lvl="0" marL="457200" rtl="0" algn="l">
              <a:spcBef>
                <a:spcPts val="0"/>
              </a:spcBef>
              <a:spcAft>
                <a:spcPts val="0"/>
              </a:spcAft>
              <a:buSzPts val="1800"/>
              <a:buChar char="●"/>
            </a:pPr>
            <a:r>
              <a:rPr lang="en"/>
              <a:t>Department</a:t>
            </a:r>
            <a:endParaRPr/>
          </a:p>
          <a:p>
            <a:pPr indent="-317500" lvl="1" marL="914400" rtl="0" algn="l">
              <a:spcBef>
                <a:spcPts val="0"/>
              </a:spcBef>
              <a:spcAft>
                <a:spcPts val="0"/>
              </a:spcAft>
              <a:buSzPts val="1400"/>
              <a:buChar char="○"/>
            </a:pPr>
            <a:r>
              <a:rPr lang="en"/>
              <a:t>Is a division of a campus that stores a campus’s terms </a:t>
            </a:r>
            <a:endParaRPr/>
          </a:p>
          <a:p>
            <a:pPr indent="-317500" lvl="1" marL="914400" rtl="0" algn="l">
              <a:spcBef>
                <a:spcPts val="0"/>
              </a:spcBef>
              <a:spcAft>
                <a:spcPts val="0"/>
              </a:spcAft>
              <a:buSzPts val="1400"/>
              <a:buChar char="○"/>
            </a:pPr>
            <a:r>
              <a:rPr lang="en"/>
              <a:t>Has a name</a:t>
            </a:r>
            <a:endParaRPr/>
          </a:p>
          <a:p>
            <a:pPr indent="-317500" lvl="1" marL="914400" rtl="0" algn="l">
              <a:spcBef>
                <a:spcPts val="0"/>
              </a:spcBef>
              <a:spcAft>
                <a:spcPts val="0"/>
              </a:spcAft>
              <a:buSzPts val="1400"/>
              <a:buChar char="○"/>
            </a:pPr>
            <a:r>
              <a:rPr lang="en"/>
              <a:t>Has ownership of one or more terms</a:t>
            </a:r>
            <a:endParaRPr/>
          </a:p>
          <a:p>
            <a:pPr indent="-342900" lvl="0" marL="457200" rtl="0" algn="l">
              <a:spcBef>
                <a:spcPts val="0"/>
              </a:spcBef>
              <a:spcAft>
                <a:spcPts val="0"/>
              </a:spcAft>
              <a:buSzPts val="1800"/>
              <a:buChar char="●"/>
            </a:pPr>
            <a:r>
              <a:rPr lang="en"/>
              <a:t>Term</a:t>
            </a:r>
            <a:endParaRPr/>
          </a:p>
          <a:p>
            <a:pPr indent="-317500" lvl="1" marL="914400" rtl="0" algn="l">
              <a:spcBef>
                <a:spcPts val="0"/>
              </a:spcBef>
              <a:spcAft>
                <a:spcPts val="0"/>
              </a:spcAft>
              <a:buSzPts val="1400"/>
              <a:buChar char="○"/>
            </a:pPr>
            <a:r>
              <a:rPr lang="en"/>
              <a:t>Single unit of time that an admin can create and edit</a:t>
            </a:r>
            <a:endParaRPr/>
          </a:p>
          <a:p>
            <a:pPr indent="-317500" lvl="1" marL="914400" rtl="0" algn="l">
              <a:spcBef>
                <a:spcPts val="0"/>
              </a:spcBef>
              <a:spcAft>
                <a:spcPts val="0"/>
              </a:spcAft>
              <a:buSzPts val="1400"/>
              <a:buChar char="○"/>
            </a:pPr>
            <a:r>
              <a:rPr lang="en"/>
              <a:t>Attributes include a year and season</a:t>
            </a:r>
            <a:endParaRPr/>
          </a:p>
          <a:p>
            <a:pPr indent="-317500" lvl="2" marL="1371600" rtl="0" algn="l">
              <a:spcBef>
                <a:spcPts val="0"/>
              </a:spcBef>
              <a:spcAft>
                <a:spcPts val="0"/>
              </a:spcAft>
              <a:buSzPts val="1400"/>
              <a:buChar char="■"/>
            </a:pPr>
            <a:r>
              <a:rPr lang="en"/>
              <a:t>Spring, Summer, Fall</a:t>
            </a:r>
            <a:endParaRPr/>
          </a:p>
          <a:p>
            <a:pPr indent="-317500" lvl="1" marL="914400" rtl="0" algn="l">
              <a:spcBef>
                <a:spcPts val="0"/>
              </a:spcBef>
              <a:spcAft>
                <a:spcPts val="0"/>
              </a:spcAft>
              <a:buSzPts val="1400"/>
              <a:buChar char="○"/>
            </a:pPr>
            <a:r>
              <a:rPr lang="en"/>
              <a:t>Has ownership of courses offered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Top 5 Classes UML</a:t>
            </a:r>
            <a:endParaRPr/>
          </a:p>
          <a:p>
            <a:pPr indent="0" lvl="0" marL="0" rtl="0" algn="l">
              <a:spcBef>
                <a:spcPts val="0"/>
              </a:spcBef>
              <a:spcAft>
                <a:spcPts val="0"/>
              </a:spcAft>
              <a:buNone/>
            </a:pPr>
            <a:r>
              <a:t/>
            </a:r>
            <a:endParaRPr/>
          </a:p>
        </p:txBody>
      </p:sp>
      <p:pic>
        <p:nvPicPr>
          <p:cNvPr id="92" name="Google Shape;92;p18"/>
          <p:cNvPicPr preferRelativeResize="0"/>
          <p:nvPr/>
        </p:nvPicPr>
        <p:blipFill>
          <a:blip r:embed="rId3">
            <a:alphaModFix/>
          </a:blip>
          <a:stretch>
            <a:fillRect/>
          </a:stretch>
        </p:blipFill>
        <p:spPr>
          <a:xfrm>
            <a:off x="152400" y="1210625"/>
            <a:ext cx="2733675" cy="3028950"/>
          </a:xfrm>
          <a:prstGeom prst="rect">
            <a:avLst/>
          </a:prstGeom>
          <a:noFill/>
          <a:ln>
            <a:noFill/>
          </a:ln>
        </p:spPr>
      </p:pic>
      <p:pic>
        <p:nvPicPr>
          <p:cNvPr id="93" name="Google Shape;93;p18"/>
          <p:cNvPicPr preferRelativeResize="0"/>
          <p:nvPr/>
        </p:nvPicPr>
        <p:blipFill>
          <a:blip r:embed="rId4">
            <a:alphaModFix/>
          </a:blip>
          <a:stretch>
            <a:fillRect/>
          </a:stretch>
        </p:blipFill>
        <p:spPr>
          <a:xfrm>
            <a:off x="3531633" y="1170099"/>
            <a:ext cx="2066925" cy="1962150"/>
          </a:xfrm>
          <a:prstGeom prst="rect">
            <a:avLst/>
          </a:prstGeom>
          <a:noFill/>
          <a:ln>
            <a:noFill/>
          </a:ln>
        </p:spPr>
      </p:pic>
      <p:pic>
        <p:nvPicPr>
          <p:cNvPr id="94" name="Google Shape;94;p18"/>
          <p:cNvPicPr preferRelativeResize="0"/>
          <p:nvPr/>
        </p:nvPicPr>
        <p:blipFill>
          <a:blip r:embed="rId5">
            <a:alphaModFix/>
          </a:blip>
          <a:stretch>
            <a:fillRect/>
          </a:stretch>
        </p:blipFill>
        <p:spPr>
          <a:xfrm>
            <a:off x="6244100" y="1217725"/>
            <a:ext cx="2028825" cy="1914525"/>
          </a:xfrm>
          <a:prstGeom prst="rect">
            <a:avLst/>
          </a:prstGeom>
          <a:noFill/>
          <a:ln>
            <a:noFill/>
          </a:ln>
        </p:spPr>
      </p:pic>
      <p:pic>
        <p:nvPicPr>
          <p:cNvPr id="95" name="Google Shape;95;p18"/>
          <p:cNvPicPr preferRelativeResize="0"/>
          <p:nvPr/>
        </p:nvPicPr>
        <p:blipFill>
          <a:blip r:embed="rId6">
            <a:alphaModFix/>
          </a:blip>
          <a:stretch>
            <a:fillRect/>
          </a:stretch>
        </p:blipFill>
        <p:spPr>
          <a:xfrm>
            <a:off x="3273539" y="3256150"/>
            <a:ext cx="2545846" cy="1713550"/>
          </a:xfrm>
          <a:prstGeom prst="rect">
            <a:avLst/>
          </a:prstGeom>
          <a:noFill/>
          <a:ln>
            <a:noFill/>
          </a:ln>
        </p:spPr>
      </p:pic>
      <p:pic>
        <p:nvPicPr>
          <p:cNvPr id="96" name="Google Shape;96;p18"/>
          <p:cNvPicPr preferRelativeResize="0"/>
          <p:nvPr/>
        </p:nvPicPr>
        <p:blipFill>
          <a:blip r:embed="rId7">
            <a:alphaModFix/>
          </a:blip>
          <a:stretch>
            <a:fillRect/>
          </a:stretch>
        </p:blipFill>
        <p:spPr>
          <a:xfrm>
            <a:off x="6253621" y="3370150"/>
            <a:ext cx="2009775" cy="1219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title="Free-Stylish-Thank-You-PowerPoint-Slide.jpg"/>
          <p:cNvPicPr preferRelativeResize="0"/>
          <p:nvPr/>
        </p:nvPicPr>
        <p:blipFill>
          <a:blip r:embed="rId3">
            <a:alphaModFix/>
          </a:blip>
          <a:stretch>
            <a:fillRect/>
          </a:stretch>
        </p:blipFill>
        <p:spPr>
          <a:xfrm>
            <a:off x="0" y="0"/>
            <a:ext cx="9144000" cy="5190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