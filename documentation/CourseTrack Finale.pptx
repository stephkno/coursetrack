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c931eb7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c931eb7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c931eb79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c931eb79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c931eb790_8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c931eb790_8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c931eb790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c931eb790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c931eb790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c931eb79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c931eb79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c931eb79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Title Slide that says CourseTrack and its a College Enrollment System"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" y="20061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Threaded Client-Server Pattern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311700" y="1229875"/>
            <a:ext cx="4260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Our system uses a multithreaded socket server and a GUI client application.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server handles multiple socket connections simultaneously using ServerConnection objects.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client sends Message requests to interact with the server.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3788850" y="1439750"/>
            <a:ext cx="55314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serverSocket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accept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b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ServerConnection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newConnection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ServerConnection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(socket)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(newConnection).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objectInputStream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readObject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server.handleMessage(message);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Implementation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4260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All communication uses serialized Message objects.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ServerController is a singleton and facade class which handles all incoming requests.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437925" y="2362100"/>
            <a:ext cx="5271600" cy="19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ServerController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singleton</a:t>
            </a:r>
            <a:endParaRPr sz="8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ServerController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{}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ServerController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instance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ServerController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ServerController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8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instance;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4466175" y="910950"/>
            <a:ext cx="59760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&lt;</a:t>
            </a:r>
            <a:r>
              <a:rPr lang="en" sz="7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TObjMessage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Serializable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7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sendMessage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MessageType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7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MessageStatus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TObjMessage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7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7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Send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&lt;&gt;(type, status, obj));</a:t>
            </a:r>
            <a:endParaRPr sz="7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7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028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TObjMessage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229875"/>
            <a:ext cx="44334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Message class which uses a generic TObjMessage to send formatted data requests.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TObjMessage’s must implement Serializable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Each request and response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implemented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as a record class with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parameters specific to each request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5662950" y="1724975"/>
            <a:ext cx="3000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record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RegisterRequest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  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UserType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Serializable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 }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4086025" y="1085075"/>
            <a:ext cx="54138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TObjMessage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Serializable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3472550" y="3336600"/>
            <a:ext cx="56247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send a request to the server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sendRequest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RegisterRequest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&gt;(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MessageType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USER_REGISTER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MessageStatus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REQUEST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RegisterRequest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(username, password, type) ));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Custom Data Structures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311700" y="1229875"/>
            <a:ext cx="4260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implemented custom containers for storing server data.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LinkedList&lt;T&gt; and HashMap&lt;K,V&gt;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stored Campuses and Departments by String id in a HashMap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LinkedList and HashMap are also serializable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4212175" y="727500"/>
            <a:ext cx="54327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ashMap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campuses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HashMap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&lt;&gt;();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campuses.Put(“Key”, new Campus(“Value”));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campuses.Get(“Key”);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campuses.Remove(“Key”);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LinkedList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students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LinkedList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&lt;&gt;();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Student student = New Student();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students.Push(student);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students.Get(0);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students.Contains(student);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students.Remove(student);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Data Classes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311700" y="1229875"/>
            <a:ext cx="4260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Server data classes have static containers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Have ownership of their instances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Create and manage instances internally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Allow static access to data by string key or id.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5207025" y="1707425"/>
            <a:ext cx="3859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String campusName = “CSU East Bay”;</a:t>
            </a:r>
            <a:endParaRPr sz="105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ampus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(campusName);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 campus = </a:t>
            </a:r>
            <a:r>
              <a:rPr lang="en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Campus.get(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campusName</a:t>
            </a:r>
            <a:r>
              <a:rPr lang="en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exists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(campusName)) {}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campus.AddCourse();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